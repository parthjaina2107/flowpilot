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72" r:id="rId3"/>
    <p:sldId id="273" r:id="rId4"/>
    <p:sldId id="274" r:id="rId5"/>
    <p:sldId id="275" r:id="rId6"/>
    <p:sldId id="276" r:id="rId7"/>
    <p:sldId id="277" r:id="rId8"/>
    <p:sldId id="278" r:id="rId9"/>
    <p:sldId id="279" r:id="rId10"/>
    <p:sldId id="280"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5CC5FF-21E3-4D02-8826-5B99DFC7B3EB}" v="1" dt="2026-09-28T16:01:13.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 Jain" userId="830b26ebf093da50" providerId="LiveId" clId="{8DC1E187-E42A-4D57-BC2F-E1F33D2FFACD}"/>
    <pc:docChg chg="undo custSel modSld">
      <pc:chgData name="Harish Jain" userId="830b26ebf093da50" providerId="LiveId" clId="{8DC1E187-E42A-4D57-BC2F-E1F33D2FFACD}" dt="2026-09-28T16:01:26.236" v="365" actId="207"/>
      <pc:docMkLst>
        <pc:docMk/>
      </pc:docMkLst>
      <pc:sldChg chg="modSp mod">
        <pc:chgData name="Harish Jain" userId="830b26ebf093da50" providerId="LiveId" clId="{8DC1E187-E42A-4D57-BC2F-E1F33D2FFACD}" dt="2026-09-28T16:01:26.236" v="365" actId="207"/>
        <pc:sldMkLst>
          <pc:docMk/>
          <pc:sldMk cId="0" sldId="257"/>
        </pc:sldMkLst>
        <pc:spChg chg="mod">
          <ac:chgData name="Harish Jain" userId="830b26ebf093da50" providerId="LiveId" clId="{8DC1E187-E42A-4D57-BC2F-E1F33D2FFACD}" dt="2026-09-28T16:01:26.236" v="365" actId="207"/>
          <ac:spMkLst>
            <pc:docMk/>
            <pc:sldMk cId="0" sldId="257"/>
            <ac:spMk id="7" creationId="{00000000-0000-0000-0000-000000000000}"/>
          </ac:spMkLst>
        </pc:spChg>
      </pc:sldChg>
      <pc:sldChg chg="modSp mod">
        <pc:chgData name="Harish Jain" userId="830b26ebf093da50" providerId="LiveId" clId="{8DC1E187-E42A-4D57-BC2F-E1F33D2FFACD}" dt="2026-09-28T05:55:21.400" v="47" actId="2711"/>
        <pc:sldMkLst>
          <pc:docMk/>
          <pc:sldMk cId="256478858" sldId="258"/>
        </pc:sldMkLst>
        <pc:spChg chg="mod">
          <ac:chgData name="Harish Jain" userId="830b26ebf093da50" providerId="LiveId" clId="{8DC1E187-E42A-4D57-BC2F-E1F33D2FFACD}" dt="2026-09-28T05:55:21.400" v="47" actId="2711"/>
          <ac:spMkLst>
            <pc:docMk/>
            <pc:sldMk cId="256478858" sldId="258"/>
            <ac:spMk id="2" creationId="{51353DB3-FB86-4452-A4FB-E7F4BEA62856}"/>
          </ac:spMkLst>
        </pc:spChg>
        <pc:spChg chg="mod">
          <ac:chgData name="Harish Jain" userId="830b26ebf093da50" providerId="LiveId" clId="{8DC1E187-E42A-4D57-BC2F-E1F33D2FFACD}" dt="2026-09-28T05:50:36.973" v="18" actId="255"/>
          <ac:spMkLst>
            <pc:docMk/>
            <pc:sldMk cId="256478858" sldId="258"/>
            <ac:spMk id="3" creationId="{539AB598-5650-4E46-905A-9096F4C50C3B}"/>
          </ac:spMkLst>
        </pc:spChg>
        <pc:picChg chg="mod">
          <ac:chgData name="Harish Jain" userId="830b26ebf093da50" providerId="LiveId" clId="{8DC1E187-E42A-4D57-BC2F-E1F33D2FFACD}" dt="2026-09-28T05:50:48.787" v="21" actId="1076"/>
          <ac:picMkLst>
            <pc:docMk/>
            <pc:sldMk cId="256478858" sldId="258"/>
            <ac:picMk id="4" creationId="{00000000-0000-0000-0000-000000000000}"/>
          </ac:picMkLst>
        </pc:picChg>
      </pc:sldChg>
      <pc:sldChg chg="modSp mod">
        <pc:chgData name="Harish Jain" userId="830b26ebf093da50" providerId="LiveId" clId="{8DC1E187-E42A-4D57-BC2F-E1F33D2FFACD}" dt="2026-09-28T05:55:31.292" v="49" actId="255"/>
        <pc:sldMkLst>
          <pc:docMk/>
          <pc:sldMk cId="1549970416" sldId="259"/>
        </pc:sldMkLst>
        <pc:spChg chg="mod">
          <ac:chgData name="Harish Jain" userId="830b26ebf093da50" providerId="LiveId" clId="{8DC1E187-E42A-4D57-BC2F-E1F33D2FFACD}" dt="2026-09-28T05:55:31.292" v="49" actId="255"/>
          <ac:spMkLst>
            <pc:docMk/>
            <pc:sldMk cId="1549970416" sldId="259"/>
            <ac:spMk id="2" creationId="{51353DB3-FB86-4452-A4FB-E7F4BEA62856}"/>
          </ac:spMkLst>
        </pc:spChg>
        <pc:spChg chg="mod">
          <ac:chgData name="Harish Jain" userId="830b26ebf093da50" providerId="LiveId" clId="{8DC1E187-E42A-4D57-BC2F-E1F33D2FFACD}" dt="2026-09-28T05:51:21.447" v="28" actId="14100"/>
          <ac:spMkLst>
            <pc:docMk/>
            <pc:sldMk cId="1549970416" sldId="259"/>
            <ac:spMk id="3" creationId="{539AB598-5650-4E46-905A-9096F4C50C3B}"/>
          </ac:spMkLst>
        </pc:spChg>
        <pc:picChg chg="mod">
          <ac:chgData name="Harish Jain" userId="830b26ebf093da50" providerId="LiveId" clId="{8DC1E187-E42A-4D57-BC2F-E1F33D2FFACD}" dt="2026-09-28T05:51:28.257" v="29" actId="1076"/>
          <ac:picMkLst>
            <pc:docMk/>
            <pc:sldMk cId="1549970416" sldId="259"/>
            <ac:picMk id="4" creationId="{00000000-0000-0000-0000-000000000000}"/>
          </ac:picMkLst>
        </pc:picChg>
      </pc:sldChg>
      <pc:sldChg chg="modSp mod">
        <pc:chgData name="Harish Jain" userId="830b26ebf093da50" providerId="LiveId" clId="{8DC1E187-E42A-4D57-BC2F-E1F33D2FFACD}" dt="2026-09-28T05:55:36.866" v="50" actId="2711"/>
        <pc:sldMkLst>
          <pc:docMk/>
          <pc:sldMk cId="2579789072" sldId="260"/>
        </pc:sldMkLst>
        <pc:spChg chg="mod">
          <ac:chgData name="Harish Jain" userId="830b26ebf093da50" providerId="LiveId" clId="{8DC1E187-E42A-4D57-BC2F-E1F33D2FFACD}" dt="2026-09-28T05:55:36.866" v="50" actId="2711"/>
          <ac:spMkLst>
            <pc:docMk/>
            <pc:sldMk cId="2579789072" sldId="260"/>
            <ac:spMk id="2" creationId="{51353DB3-FB86-4452-A4FB-E7F4BEA62856}"/>
          </ac:spMkLst>
        </pc:spChg>
        <pc:spChg chg="mod">
          <ac:chgData name="Harish Jain" userId="830b26ebf093da50" providerId="LiveId" clId="{8DC1E187-E42A-4D57-BC2F-E1F33D2FFACD}" dt="2026-09-28T05:49:31.477" v="7" actId="1076"/>
          <ac:spMkLst>
            <pc:docMk/>
            <pc:sldMk cId="2579789072" sldId="260"/>
            <ac:spMk id="3" creationId="{539AB598-5650-4E46-905A-9096F4C50C3B}"/>
          </ac:spMkLst>
        </pc:spChg>
        <pc:picChg chg="mod">
          <ac:chgData name="Harish Jain" userId="830b26ebf093da50" providerId="LiveId" clId="{8DC1E187-E42A-4D57-BC2F-E1F33D2FFACD}" dt="2026-09-28T05:50:14.701" v="15" actId="1076"/>
          <ac:picMkLst>
            <pc:docMk/>
            <pc:sldMk cId="2579789072" sldId="260"/>
            <ac:picMk id="4" creationId="{00000000-0000-0000-0000-000000000000}"/>
          </ac:picMkLst>
        </pc:picChg>
      </pc:sldChg>
      <pc:sldChg chg="modSp mod">
        <pc:chgData name="Harish Jain" userId="830b26ebf093da50" providerId="LiveId" clId="{8DC1E187-E42A-4D57-BC2F-E1F33D2FFACD}" dt="2026-09-28T05:55:43.066" v="51" actId="2711"/>
        <pc:sldMkLst>
          <pc:docMk/>
          <pc:sldMk cId="117824493" sldId="261"/>
        </pc:sldMkLst>
        <pc:spChg chg="mod">
          <ac:chgData name="Harish Jain" userId="830b26ebf093da50" providerId="LiveId" clId="{8DC1E187-E42A-4D57-BC2F-E1F33D2FFACD}" dt="2026-09-28T05:55:43.066" v="51" actId="2711"/>
          <ac:spMkLst>
            <pc:docMk/>
            <pc:sldMk cId="117824493" sldId="261"/>
            <ac:spMk id="2" creationId="{51353DB3-FB86-4452-A4FB-E7F4BEA62856}"/>
          </ac:spMkLst>
        </pc:spChg>
        <pc:spChg chg="mod">
          <ac:chgData name="Harish Jain" userId="830b26ebf093da50" providerId="LiveId" clId="{8DC1E187-E42A-4D57-BC2F-E1F33D2FFACD}" dt="2026-09-28T05:52:19.018" v="40" actId="20577"/>
          <ac:spMkLst>
            <pc:docMk/>
            <pc:sldMk cId="117824493" sldId="261"/>
            <ac:spMk id="3" creationId="{539AB598-5650-4E46-905A-9096F4C50C3B}"/>
          </ac:spMkLst>
        </pc:spChg>
        <pc:picChg chg="mod">
          <ac:chgData name="Harish Jain" userId="830b26ebf093da50" providerId="LiveId" clId="{8DC1E187-E42A-4D57-BC2F-E1F33D2FFACD}" dt="2026-09-28T05:52:17.449" v="39" actId="1076"/>
          <ac:picMkLst>
            <pc:docMk/>
            <pc:sldMk cId="117824493" sldId="261"/>
            <ac:picMk id="4" creationId="{00000000-0000-0000-0000-000000000000}"/>
          </ac:picMkLst>
        </pc:picChg>
      </pc:sldChg>
      <pc:sldChg chg="modSp mod">
        <pc:chgData name="Harish Jain" userId="830b26ebf093da50" providerId="LiveId" clId="{8DC1E187-E42A-4D57-BC2F-E1F33D2FFACD}" dt="2026-09-28T05:55:49.657" v="52" actId="2711"/>
        <pc:sldMkLst>
          <pc:docMk/>
          <pc:sldMk cId="3724828803" sldId="262"/>
        </pc:sldMkLst>
        <pc:spChg chg="mod">
          <ac:chgData name="Harish Jain" userId="830b26ebf093da50" providerId="LiveId" clId="{8DC1E187-E42A-4D57-BC2F-E1F33D2FFACD}" dt="2026-09-28T05:55:49.657" v="52" actId="2711"/>
          <ac:spMkLst>
            <pc:docMk/>
            <pc:sldMk cId="3724828803" sldId="262"/>
            <ac:spMk id="2" creationId="{51353DB3-FB86-4452-A4FB-E7F4BEA62856}"/>
          </ac:spMkLst>
        </pc:spChg>
        <pc:spChg chg="mod">
          <ac:chgData name="Harish Jain" userId="830b26ebf093da50" providerId="LiveId" clId="{8DC1E187-E42A-4D57-BC2F-E1F33D2FFACD}" dt="2026-09-28T05:52:44.123" v="45" actId="255"/>
          <ac:spMkLst>
            <pc:docMk/>
            <pc:sldMk cId="3724828803" sldId="262"/>
            <ac:spMk id="3" creationId="{539AB598-5650-4E46-905A-9096F4C50C3B}"/>
          </ac:spMkLst>
        </pc:spChg>
        <pc:picChg chg="mod">
          <ac:chgData name="Harish Jain" userId="830b26ebf093da50" providerId="LiveId" clId="{8DC1E187-E42A-4D57-BC2F-E1F33D2FFACD}" dt="2026-09-28T05:52:49.046" v="46" actId="1076"/>
          <ac:picMkLst>
            <pc:docMk/>
            <pc:sldMk cId="3724828803" sldId="262"/>
            <ac:picMk id="4" creationId="{00000000-0000-0000-0000-000000000000}"/>
          </ac:picMkLst>
        </pc:picChg>
      </pc:sldChg>
      <pc:sldChg chg="modSp mod">
        <pc:chgData name="Harish Jain" userId="830b26ebf093da50" providerId="LiveId" clId="{8DC1E187-E42A-4D57-BC2F-E1F33D2FFACD}" dt="2026-09-28T05:56:16.363" v="62" actId="20577"/>
        <pc:sldMkLst>
          <pc:docMk/>
          <pc:sldMk cId="3668119090" sldId="263"/>
        </pc:sldMkLst>
        <pc:spChg chg="mod">
          <ac:chgData name="Harish Jain" userId="830b26ebf093da50" providerId="LiveId" clId="{8DC1E187-E42A-4D57-BC2F-E1F33D2FFACD}" dt="2026-09-28T05:56:01.939" v="55" actId="122"/>
          <ac:spMkLst>
            <pc:docMk/>
            <pc:sldMk cId="3668119090" sldId="263"/>
            <ac:spMk id="2" creationId="{51353DB3-FB86-4452-A4FB-E7F4BEA62856}"/>
          </ac:spMkLst>
        </pc:spChg>
        <pc:spChg chg="mod">
          <ac:chgData name="Harish Jain" userId="830b26ebf093da50" providerId="LiveId" clId="{8DC1E187-E42A-4D57-BC2F-E1F33D2FFACD}" dt="2026-09-28T05:56:16.363" v="62" actId="20577"/>
          <ac:spMkLst>
            <pc:docMk/>
            <pc:sldMk cId="3668119090" sldId="263"/>
            <ac:spMk id="3" creationId="{539AB598-5650-4E46-905A-9096F4C50C3B}"/>
          </ac:spMkLst>
        </pc:spChg>
      </pc:sldChg>
      <pc:sldChg chg="modSp mod">
        <pc:chgData name="Harish Jain" userId="830b26ebf093da50" providerId="LiveId" clId="{8DC1E187-E42A-4D57-BC2F-E1F33D2FFACD}" dt="2026-09-28T05:56:43.570" v="67" actId="1076"/>
        <pc:sldMkLst>
          <pc:docMk/>
          <pc:sldMk cId="1993237029" sldId="264"/>
        </pc:sldMkLst>
        <pc:spChg chg="mod">
          <ac:chgData name="Harish Jain" userId="830b26ebf093da50" providerId="LiveId" clId="{8DC1E187-E42A-4D57-BC2F-E1F33D2FFACD}" dt="2026-09-28T05:56:29.827" v="65" actId="122"/>
          <ac:spMkLst>
            <pc:docMk/>
            <pc:sldMk cId="1993237029" sldId="264"/>
            <ac:spMk id="2" creationId="{51353DB3-FB86-4452-A4FB-E7F4BEA62856}"/>
          </ac:spMkLst>
        </pc:spChg>
        <pc:spChg chg="mod">
          <ac:chgData name="Harish Jain" userId="830b26ebf093da50" providerId="LiveId" clId="{8DC1E187-E42A-4D57-BC2F-E1F33D2FFACD}" dt="2026-09-28T05:56:34.158" v="66" actId="255"/>
          <ac:spMkLst>
            <pc:docMk/>
            <pc:sldMk cId="1993237029" sldId="264"/>
            <ac:spMk id="3" creationId="{539AB598-5650-4E46-905A-9096F4C50C3B}"/>
          </ac:spMkLst>
        </pc:spChg>
        <pc:picChg chg="mod">
          <ac:chgData name="Harish Jain" userId="830b26ebf093da50" providerId="LiveId" clId="{8DC1E187-E42A-4D57-BC2F-E1F33D2FFACD}" dt="2026-09-28T05:56:43.570" v="67" actId="1076"/>
          <ac:picMkLst>
            <pc:docMk/>
            <pc:sldMk cId="1993237029" sldId="264"/>
            <ac:picMk id="4" creationId="{00000000-0000-0000-0000-000000000000}"/>
          </ac:picMkLst>
        </pc:picChg>
      </pc:sldChg>
      <pc:sldChg chg="modSp mod">
        <pc:chgData name="Harish Jain" userId="830b26ebf093da50" providerId="LiveId" clId="{8DC1E187-E42A-4D57-BC2F-E1F33D2FFACD}" dt="2026-09-28T05:57:44.726" v="81" actId="1076"/>
        <pc:sldMkLst>
          <pc:docMk/>
          <pc:sldMk cId="3985914682" sldId="265"/>
        </pc:sldMkLst>
        <pc:spChg chg="mod">
          <ac:chgData name="Harish Jain" userId="830b26ebf093da50" providerId="LiveId" clId="{8DC1E187-E42A-4D57-BC2F-E1F33D2FFACD}" dt="2026-09-28T05:57:37.108" v="80" actId="1076"/>
          <ac:spMkLst>
            <pc:docMk/>
            <pc:sldMk cId="3985914682" sldId="265"/>
            <ac:spMk id="2" creationId="{51353DB3-FB86-4452-A4FB-E7F4BEA62856}"/>
          </ac:spMkLst>
        </pc:spChg>
        <pc:spChg chg="mod">
          <ac:chgData name="Harish Jain" userId="830b26ebf093da50" providerId="LiveId" clId="{8DC1E187-E42A-4D57-BC2F-E1F33D2FFACD}" dt="2026-09-28T05:57:44.726" v="81" actId="1076"/>
          <ac:spMkLst>
            <pc:docMk/>
            <pc:sldMk cId="3985914682" sldId="265"/>
            <ac:spMk id="3" creationId="{539AB598-5650-4E46-905A-9096F4C50C3B}"/>
          </ac:spMkLst>
        </pc:spChg>
      </pc:sldChg>
      <pc:sldChg chg="modSp mod">
        <pc:chgData name="Harish Jain" userId="830b26ebf093da50" providerId="LiveId" clId="{8DC1E187-E42A-4D57-BC2F-E1F33D2FFACD}" dt="2026-09-28T05:58:45.464" v="108" actId="123"/>
        <pc:sldMkLst>
          <pc:docMk/>
          <pc:sldMk cId="2095517687" sldId="266"/>
        </pc:sldMkLst>
        <pc:spChg chg="mod">
          <ac:chgData name="Harish Jain" userId="830b26ebf093da50" providerId="LiveId" clId="{8DC1E187-E42A-4D57-BC2F-E1F33D2FFACD}" dt="2026-09-28T05:58:19.942" v="87" actId="1076"/>
          <ac:spMkLst>
            <pc:docMk/>
            <pc:sldMk cId="2095517687" sldId="266"/>
            <ac:spMk id="2" creationId="{51353DB3-FB86-4452-A4FB-E7F4BEA62856}"/>
          </ac:spMkLst>
        </pc:spChg>
        <pc:spChg chg="mod">
          <ac:chgData name="Harish Jain" userId="830b26ebf093da50" providerId="LiveId" clId="{8DC1E187-E42A-4D57-BC2F-E1F33D2FFACD}" dt="2026-09-28T05:58:45.464" v="108" actId="123"/>
          <ac:spMkLst>
            <pc:docMk/>
            <pc:sldMk cId="2095517687" sldId="266"/>
            <ac:spMk id="3" creationId="{539AB598-5650-4E46-905A-9096F4C50C3B}"/>
          </ac:spMkLst>
        </pc:spChg>
      </pc:sldChg>
      <pc:sldChg chg="modSp mod">
        <pc:chgData name="Harish Jain" userId="830b26ebf093da50" providerId="LiveId" clId="{8DC1E187-E42A-4D57-BC2F-E1F33D2FFACD}" dt="2026-09-28T05:59:23.929" v="115" actId="123"/>
        <pc:sldMkLst>
          <pc:docMk/>
          <pc:sldMk cId="180699301" sldId="271"/>
        </pc:sldMkLst>
        <pc:spChg chg="mod">
          <ac:chgData name="Harish Jain" userId="830b26ebf093da50" providerId="LiveId" clId="{8DC1E187-E42A-4D57-BC2F-E1F33D2FFACD}" dt="2026-09-28T05:59:09.613" v="113" actId="255"/>
          <ac:spMkLst>
            <pc:docMk/>
            <pc:sldMk cId="180699301" sldId="271"/>
            <ac:spMk id="2" creationId="{2F04E28A-8ABF-4E15-B9E1-B0F49C0EE29F}"/>
          </ac:spMkLst>
        </pc:spChg>
        <pc:spChg chg="mod">
          <ac:chgData name="Harish Jain" userId="830b26ebf093da50" providerId="LiveId" clId="{8DC1E187-E42A-4D57-BC2F-E1F33D2FFACD}" dt="2026-09-28T05:59:23.929" v="115" actId="123"/>
          <ac:spMkLst>
            <pc:docMk/>
            <pc:sldMk cId="180699301" sldId="271"/>
            <ac:spMk id="3" creationId="{DAB3E6F6-9D00-4480-90E6-EC3C876F26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429001"/>
            <a:ext cx="5852160" cy="777240"/>
          </a:xfrm>
          <a:prstGeom prst="rect">
            <a:avLst/>
          </a:prstGeom>
          <a:noFill/>
          <a:ln/>
        </p:spPr>
        <p:txBody>
          <a:bodyPr wrap="square" lIns="0" tIns="0" rIns="0" bIns="0" rtlCol="0" anchor="t"/>
          <a:lstStyle/>
          <a:p>
            <a:pPr marL="177800" indent="-177800">
              <a:spcAft>
                <a:spcPts val="400"/>
              </a:spcAft>
              <a:buSzPct val="100000"/>
              <a:buChar char="•"/>
            </a:pPr>
            <a:r>
              <a:rPr sz="1200" b="1" dirty="0">
                <a:solidFill>
                  <a:srgbClr val="1428A0"/>
                </a:solidFill>
              </a:rPr>
              <a:t>Theme ID - </a:t>
            </a:r>
            <a:r>
              <a:rPr sz="1200" dirty="0">
                <a:solidFill>
                  <a:srgbClr val="333333"/>
                </a:solidFill>
              </a:rPr>
              <a:t>03 : Teachable Voice Automation</a:t>
            </a:r>
          </a:p>
          <a:p>
            <a:pPr>
              <a:spcAft>
                <a:spcPts val="400"/>
              </a:spcAft>
            </a:pPr>
            <a:r>
              <a:rPr sz="1200" b="1" dirty="0">
                <a:solidFill>
                  <a:srgbClr val="1428A0"/>
                </a:solidFill>
              </a:rPr>
              <a:t>Team Name - </a:t>
            </a:r>
            <a:r>
              <a:rPr sz="1200" dirty="0">
                <a:solidFill>
                  <a:srgbClr val="333333"/>
                </a:solidFill>
              </a:rPr>
              <a:t>Cheesecake</a:t>
            </a:r>
          </a:p>
          <a:p>
            <a:pPr>
              <a:spcAft>
                <a:spcPts val="400"/>
              </a:spcAft>
            </a:pPr>
            <a:r>
              <a:rPr sz="1200" b="1" dirty="0">
                <a:solidFill>
                  <a:srgbClr val="1428A0"/>
                </a:solidFill>
              </a:rPr>
              <a:t>College Name - </a:t>
            </a:r>
            <a:r>
              <a:rPr sz="1200" dirty="0">
                <a:solidFill>
                  <a:srgbClr val="333333"/>
                </a:solidFill>
              </a:rPr>
              <a:t>SRM University, </a:t>
            </a:r>
            <a:r>
              <a:rPr sz="1200" dirty="0" err="1">
                <a:solidFill>
                  <a:srgbClr val="333333"/>
                </a:solidFill>
              </a:rPr>
              <a:t>Kattankulathur</a:t>
            </a:r>
            <a:endParaRPr sz="1200" dirty="0">
              <a:solidFill>
                <a:srgbClr val="333333"/>
              </a:solidFill>
            </a:endParaRPr>
          </a:p>
          <a:p>
            <a:pPr>
              <a:spcAft>
                <a:spcPts val="400"/>
              </a:spcAft>
            </a:pPr>
            <a:r>
              <a:rPr sz="1200" b="1" dirty="0">
                <a:solidFill>
                  <a:srgbClr val="1428A0"/>
                </a:solidFill>
              </a:rPr>
              <a:t>Member Name &amp; Email 1 - </a:t>
            </a:r>
            <a:r>
              <a:rPr lang="en-US" sz="1200" dirty="0">
                <a:solidFill>
                  <a:srgbClr val="333333"/>
                </a:solidFill>
              </a:rPr>
              <a:t>Sanjeev Aryan – sa8129@srmist.edu.in</a:t>
            </a:r>
            <a:endParaRPr sz="1200" dirty="0">
              <a:solidFill>
                <a:srgbClr val="333333"/>
              </a:solidFill>
            </a:endParaRPr>
          </a:p>
          <a:p>
            <a:pPr>
              <a:spcAft>
                <a:spcPts val="400"/>
              </a:spcAft>
            </a:pPr>
            <a:r>
              <a:rPr sz="1200" b="1" dirty="0">
                <a:solidFill>
                  <a:srgbClr val="1428A0"/>
                </a:solidFill>
              </a:rPr>
              <a:t>Member Name &amp; Email 2 </a:t>
            </a:r>
            <a:r>
              <a:rPr lang="en-IN" sz="1200" b="1" dirty="0">
                <a:solidFill>
                  <a:srgbClr val="1428A0"/>
                </a:solidFill>
              </a:rPr>
              <a:t>–</a:t>
            </a:r>
            <a:r>
              <a:rPr sz="1200" b="1" dirty="0">
                <a:solidFill>
                  <a:srgbClr val="1428A0"/>
                </a:solidFill>
              </a:rPr>
              <a:t> </a:t>
            </a:r>
            <a:r>
              <a:rPr lang="en-US" sz="1200" dirty="0"/>
              <a:t>Parth Jaina – pj2752@srmist.edu.in</a:t>
            </a:r>
            <a:endParaRPr sz="1200" dirty="0"/>
          </a:p>
          <a:p>
            <a:pPr>
              <a:spcAft>
                <a:spcPts val="400"/>
              </a:spcAft>
            </a:pPr>
            <a:r>
              <a:rPr sz="1200" b="1" dirty="0">
                <a:solidFill>
                  <a:srgbClr val="1428A0"/>
                </a:solidFill>
              </a:rPr>
              <a:t>Member Name &amp; Email 3 - </a:t>
            </a:r>
            <a:r>
              <a:rPr lang="en-US" sz="1200" dirty="0">
                <a:solidFill>
                  <a:srgbClr val="333333"/>
                </a:solidFill>
              </a:rPr>
              <a:t>Vardaan Sharma – vs7463@srmist.edu.in</a:t>
            </a:r>
            <a:endParaRPr sz="1200" dirty="0">
              <a:solidFill>
                <a:srgbClr val="333333"/>
              </a:solidFill>
            </a:endParaRPr>
          </a:p>
          <a:p>
            <a:pPr>
              <a:spcAft>
                <a:spcPts val="400"/>
              </a:spcAft>
            </a:pPr>
            <a:r>
              <a:rPr sz="1200" b="1" dirty="0">
                <a:solidFill>
                  <a:srgbClr val="1428A0"/>
                </a:solidFill>
              </a:rPr>
              <a:t>Member Name &amp; Email 4 - </a:t>
            </a:r>
            <a:r>
              <a:rPr lang="en-US" sz="1200" dirty="0">
                <a:solidFill>
                  <a:srgbClr val="333333"/>
                </a:solidFill>
              </a:rPr>
              <a:t>Shubh Garg – sg8735@srmist.edu.in</a:t>
            </a:r>
            <a:endParaRPr sz="1200" dirty="0">
              <a:solidFill>
                <a:srgbClr val="333333"/>
              </a:solidFill>
            </a:endParaRPr>
          </a:p>
          <a:p>
            <a:pPr>
              <a:spcAft>
                <a:spcPts val="400"/>
              </a:spcAft>
            </a:pPr>
            <a:r>
              <a:rPr sz="1200" b="1" dirty="0">
                <a:solidFill>
                  <a:srgbClr val="1428A0"/>
                </a:solidFill>
              </a:rPr>
              <a:t>Submission </a:t>
            </a:r>
            <a:r>
              <a:rPr sz="1200" b="1" dirty="0" err="1">
                <a:solidFill>
                  <a:srgbClr val="1428A0"/>
                </a:solidFill>
              </a:rPr>
              <a:t>Github</a:t>
            </a:r>
            <a:r>
              <a:rPr sz="1200" b="1" dirty="0">
                <a:solidFill>
                  <a:srgbClr val="1428A0"/>
                </a:solidFill>
              </a:rPr>
              <a:t> link - </a:t>
            </a:r>
            <a:r>
              <a:rPr lang="en-IN" sz="1200" b="1" dirty="0"/>
              <a:t>https://github.com/parthjaina2107/FlowPilot</a:t>
            </a:r>
            <a:endParaRPr sz="1200" dirty="0"/>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34651-7570-71BB-2C6B-2B366F39FDF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CA6C970-53E7-2927-F254-B20B656356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021"/>
            <a:ext cx="12191999" cy="6858000"/>
          </a:xfrm>
          <a:prstGeom prst="rect">
            <a:avLst/>
          </a:prstGeom>
        </p:spPr>
      </p:pic>
    </p:spTree>
    <p:extLst>
      <p:ext uri="{BB962C8B-B14F-4D97-AF65-F5344CB8AC3E}">
        <p14:creationId xmlns:p14="http://schemas.microsoft.com/office/powerpoint/2010/main" val="24238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A211885E-B01D-58B3-8AEE-C2521691FFB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888" b="-1"/>
          <a:stretch>
            <a:fillRect/>
          </a:stretch>
        </p:blipFill>
        <p:spPr>
          <a:xfrm>
            <a:off x="20" y="10"/>
            <a:ext cx="12191980" cy="6857990"/>
          </a:xfrm>
          <a:prstGeom prst="rect">
            <a:avLst/>
          </a:prstGeom>
        </p:spPr>
      </p:pic>
    </p:spTree>
    <p:extLst>
      <p:ext uri="{BB962C8B-B14F-4D97-AF65-F5344CB8AC3E}">
        <p14:creationId xmlns:p14="http://schemas.microsoft.com/office/powerpoint/2010/main" val="92893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7497890-2735-1D51-C1A7-3C3EA7EECBE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0000"/>
          <a:stretch>
            <a:fillRect/>
          </a:stretch>
        </p:blipFill>
        <p:spPr>
          <a:xfrm>
            <a:off x="20" y="10"/>
            <a:ext cx="12191980" cy="6857990"/>
          </a:xfrm>
          <a:prstGeom prst="rect">
            <a:avLst/>
          </a:prstGeom>
        </p:spPr>
      </p:pic>
    </p:spTree>
    <p:extLst>
      <p:ext uri="{BB962C8B-B14F-4D97-AF65-F5344CB8AC3E}">
        <p14:creationId xmlns:p14="http://schemas.microsoft.com/office/powerpoint/2010/main" val="302315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6CB6-78FE-BF7B-009F-2CECB9F635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760FB8-28A8-750D-A290-C901982EE8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16697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3AD9DEE-F112-872A-E773-E88C0B29756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240622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919864BD-7F86-D0B4-2B54-7631B273847E}"/>
              </a:ext>
            </a:extLst>
          </p:cNvPr>
          <p:cNvPicPr>
            <a:picLocks noGrp="1" noChangeAspect="1"/>
          </p:cNvPicPr>
          <p:nvPr>
            <p:ph idx="1"/>
          </p:nvPr>
        </p:nvPicPr>
        <p:blipFill>
          <a:blip r:embed="rId2"/>
          <a:srcRect b="900"/>
          <a:stretch>
            <a:fillRect/>
          </a:stretch>
        </p:blipFill>
        <p:spPr>
          <a:xfrm>
            <a:off x="20" y="1282"/>
            <a:ext cx="12191980" cy="6856718"/>
          </a:xfrm>
          <a:prstGeom prst="rect">
            <a:avLst/>
          </a:prstGeom>
        </p:spPr>
      </p:pic>
    </p:spTree>
    <p:extLst>
      <p:ext uri="{BB962C8B-B14F-4D97-AF65-F5344CB8AC3E}">
        <p14:creationId xmlns:p14="http://schemas.microsoft.com/office/powerpoint/2010/main" val="256382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5537242E-1553-BCAC-1194-1813DA733B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649"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70461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1DCA55B6-D22B-5985-72C5-3370CBAA523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26"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2319552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169379B0-F6D7-EEC8-54EC-C52F497C5D3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60"/>
          <a:stretch>
            <a:fillRect/>
          </a:stretch>
        </p:blipFill>
        <p:spPr>
          <a:xfrm>
            <a:off x="20" y="1282"/>
            <a:ext cx="12191980" cy="6856718"/>
          </a:xfrm>
          <a:prstGeom prst="rect">
            <a:avLst/>
          </a:prstGeom>
        </p:spPr>
      </p:pic>
    </p:spTree>
    <p:extLst>
      <p:ext uri="{BB962C8B-B14F-4D97-AF65-F5344CB8AC3E}">
        <p14:creationId xmlns:p14="http://schemas.microsoft.com/office/powerpoint/2010/main" val="2913576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normAutofit/>
          </a:bodyPr>
          <a:lstStyle/>
          <a:p>
            <a:pPr algn="ctr"/>
            <a:r>
              <a:rPr sz="3600" b="1" dirty="0">
                <a:solidFill>
                  <a:srgbClr val="1428A0"/>
                </a:solidFill>
                <a:latin typeface="Times New Roman" panose="02020603050405020304" pitchFamily="18" charset="0"/>
                <a:cs typeface="Times New Roman" panose="02020603050405020304" pitchFamily="18" charset="0"/>
              </a:rPr>
              <a:t>Submission Checklist</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normAutofit/>
          </a:bodyPr>
          <a:lstStyle/>
          <a:p>
            <a:pPr marL="177800" indent="-177800" algn="just">
              <a:spcAft>
                <a:spcPts val="500"/>
              </a:spcAft>
              <a:buSzPct val="100000"/>
              <a:buChar char="•"/>
            </a:pPr>
            <a:r>
              <a:rPr sz="2400" dirty="0">
                <a:solidFill>
                  <a:srgbClr val="333333"/>
                </a:solidFill>
              </a:rPr>
              <a:t>✅ Working prototype code — public GitHub repo (Y)</a:t>
            </a:r>
            <a:endParaRPr lang="en-US" sz="2400" dirty="0"/>
          </a:p>
          <a:p>
            <a:pPr algn="just">
              <a:spcAft>
                <a:spcPts val="500"/>
              </a:spcAft>
            </a:pPr>
            <a:r>
              <a:rPr sz="2400" dirty="0">
                <a:solidFill>
                  <a:srgbClr val="333333"/>
                </a:solidFill>
              </a:rPr>
              <a:t>✅ README with reproducible setup + Docker (Y)</a:t>
            </a:r>
          </a:p>
          <a:p>
            <a:pPr algn="just">
              <a:spcAft>
                <a:spcPts val="500"/>
              </a:spcAft>
            </a:pPr>
            <a:r>
              <a:rPr sz="2400" dirty="0">
                <a:solidFill>
                  <a:srgbClr val="333333"/>
                </a:solidFill>
              </a:rPr>
              <a:t>✅ Demo video, max 5 minutes — YouTube link (Y)</a:t>
            </a:r>
          </a:p>
          <a:p>
            <a:pPr algn="just">
              <a:spcAft>
                <a:spcPts val="500"/>
              </a:spcAft>
            </a:pPr>
            <a:r>
              <a:rPr sz="2400" dirty="0">
                <a:solidFill>
                  <a:srgbClr val="333333"/>
                </a:solidFill>
              </a:rPr>
              <a:t>✅ Presentation file (PPT) (Y)</a:t>
            </a:r>
          </a:p>
          <a:p>
            <a:pPr algn="just">
              <a:spcAft>
                <a:spcPts val="500"/>
              </a:spcAft>
            </a:pPr>
            <a:r>
              <a:rPr sz="2400" b="1" dirty="0">
                <a:solidFill>
                  <a:srgbClr val="1428A0"/>
                </a:solidFill>
              </a:rPr>
              <a:t>✅ GitHub release tag: </a:t>
            </a:r>
            <a:r>
              <a:rPr sz="2400" dirty="0">
                <a:solidFill>
                  <a:srgbClr val="333333"/>
                </a:solidFill>
              </a:rPr>
              <a:t>PRISM_GENAI_HACKATHON_Y2026 (Y)</a:t>
            </a:r>
          </a:p>
          <a:p>
            <a:pPr algn="just">
              <a:spcAft>
                <a:spcPts val="500"/>
              </a:spcAft>
            </a:pPr>
            <a:r>
              <a:rPr sz="2400" dirty="0">
                <a:solidFill>
                  <a:srgbClr val="333333"/>
                </a:solidFill>
              </a:rPr>
              <a:t>✅ AI Disclosure Form submitted (Y)</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770</TotalTime>
  <Words>307</Words>
  <Application>Microsoft Office PowerPoint</Application>
  <PresentationFormat>Widescreen</PresentationFormat>
  <Paragraphs>25</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Submission Checklist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Shubh Garg</cp:lastModifiedBy>
  <cp:revision>7</cp:revision>
  <dcterms:created xsi:type="dcterms:W3CDTF">2026-09-07T12:01:01Z</dcterms:created>
  <dcterms:modified xsi:type="dcterms:W3CDTF">2026-09-30T13:13:08Z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