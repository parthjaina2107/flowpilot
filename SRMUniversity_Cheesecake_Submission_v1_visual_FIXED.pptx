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7" r:id="rId2"/>
    <p:sldId id="272" r:id="rId3"/>
    <p:sldId id="273" r:id="rId4"/>
    <p:sldId id="274" r:id="rId5"/>
    <p:sldId id="275" r:id="rId6"/>
    <p:sldId id="276" r:id="rId7"/>
    <p:sldId id="277" r:id="rId8"/>
    <p:sldId id="278" r:id="rId9"/>
    <p:sldId id="279" r:id="rId10"/>
    <p:sldId id="280" r:id="rId11"/>
    <p:sldId id="271" r:id="rId12"/>
    <p:sldId id="27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04EA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75CC5FF-21E3-4D02-8826-5B99DFC7B3EB}" v="1" dt="2026-09-28T16:01:13.0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95" d="100"/>
          <a:sy n="95" d="100"/>
        </p:scale>
        <p:origin x="20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microsoft.com/office/2016/11/relationships/changesInfo" Target="changesInfos/changesInfo1.xml"/><Relationship Id="rId2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ish Jain" userId="830b26ebf093da50" providerId="LiveId" clId="{8DC1E187-E42A-4D57-BC2F-E1F33D2FFACD}"/>
    <pc:docChg chg="undo custSel modSld">
      <pc:chgData name="Harish Jain" userId="830b26ebf093da50" providerId="LiveId" clId="{8DC1E187-E42A-4D57-BC2F-E1F33D2FFACD}" dt="2026-09-28T16:01:26.236" v="365" actId="207"/>
      <pc:docMkLst>
        <pc:docMk/>
      </pc:docMkLst>
      <pc:sldChg chg="modSp mod">
        <pc:chgData name="Harish Jain" userId="830b26ebf093da50" providerId="LiveId" clId="{8DC1E187-E42A-4D57-BC2F-E1F33D2FFACD}" dt="2026-09-28T16:01:26.236" v="365" actId="207"/>
        <pc:sldMkLst>
          <pc:docMk/>
          <pc:sldMk cId="0" sldId="257"/>
        </pc:sldMkLst>
        <pc:spChg chg="mod">
          <ac:chgData name="Harish Jain" userId="830b26ebf093da50" providerId="LiveId" clId="{8DC1E187-E42A-4D57-BC2F-E1F33D2FFACD}" dt="2026-09-28T16:01:26.236" v="365" actId="207"/>
          <ac:spMkLst>
            <pc:docMk/>
            <pc:sldMk cId="0" sldId="257"/>
            <ac:spMk id="7" creationId="{00000000-0000-0000-0000-000000000000}"/>
          </ac:spMkLst>
        </pc:spChg>
      </pc:sldChg>
      <pc:sldChg chg="modSp mod">
        <pc:chgData name="Harish Jain" userId="830b26ebf093da50" providerId="LiveId" clId="{8DC1E187-E42A-4D57-BC2F-E1F33D2FFACD}" dt="2026-09-28T05:55:21.400" v="47" actId="2711"/>
        <pc:sldMkLst>
          <pc:docMk/>
          <pc:sldMk cId="256478858" sldId="258"/>
        </pc:sldMkLst>
        <pc:spChg chg="mod">
          <ac:chgData name="Harish Jain" userId="830b26ebf093da50" providerId="LiveId" clId="{8DC1E187-E42A-4D57-BC2F-E1F33D2FFACD}" dt="2026-09-28T05:55:21.400" v="47" actId="2711"/>
          <ac:spMkLst>
            <pc:docMk/>
            <pc:sldMk cId="256478858" sldId="258"/>
            <ac:spMk id="2" creationId="{51353DB3-FB86-4452-A4FB-E7F4BEA62856}"/>
          </ac:spMkLst>
        </pc:spChg>
        <pc:spChg chg="mod">
          <ac:chgData name="Harish Jain" userId="830b26ebf093da50" providerId="LiveId" clId="{8DC1E187-E42A-4D57-BC2F-E1F33D2FFACD}" dt="2026-09-28T05:50:36.973" v="18" actId="255"/>
          <ac:spMkLst>
            <pc:docMk/>
            <pc:sldMk cId="256478858" sldId="258"/>
            <ac:spMk id="3" creationId="{539AB598-5650-4E46-905A-9096F4C50C3B}"/>
          </ac:spMkLst>
        </pc:spChg>
        <pc:picChg chg="mod">
          <ac:chgData name="Harish Jain" userId="830b26ebf093da50" providerId="LiveId" clId="{8DC1E187-E42A-4D57-BC2F-E1F33D2FFACD}" dt="2026-09-28T05:50:48.787" v="21" actId="1076"/>
          <ac:picMkLst>
            <pc:docMk/>
            <pc:sldMk cId="256478858" sldId="258"/>
            <ac:picMk id="4" creationId="{00000000-0000-0000-0000-000000000000}"/>
          </ac:picMkLst>
        </pc:picChg>
      </pc:sldChg>
      <pc:sldChg chg="modSp mod">
        <pc:chgData name="Harish Jain" userId="830b26ebf093da50" providerId="LiveId" clId="{8DC1E187-E42A-4D57-BC2F-E1F33D2FFACD}" dt="2026-09-28T05:55:31.292" v="49" actId="255"/>
        <pc:sldMkLst>
          <pc:docMk/>
          <pc:sldMk cId="1549970416" sldId="259"/>
        </pc:sldMkLst>
        <pc:spChg chg="mod">
          <ac:chgData name="Harish Jain" userId="830b26ebf093da50" providerId="LiveId" clId="{8DC1E187-E42A-4D57-BC2F-E1F33D2FFACD}" dt="2026-09-28T05:55:31.292" v="49" actId="255"/>
          <ac:spMkLst>
            <pc:docMk/>
            <pc:sldMk cId="1549970416" sldId="259"/>
            <ac:spMk id="2" creationId="{51353DB3-FB86-4452-A4FB-E7F4BEA62856}"/>
          </ac:spMkLst>
        </pc:spChg>
        <pc:spChg chg="mod">
          <ac:chgData name="Harish Jain" userId="830b26ebf093da50" providerId="LiveId" clId="{8DC1E187-E42A-4D57-BC2F-E1F33D2FFACD}" dt="2026-09-28T05:51:21.447" v="28" actId="14100"/>
          <ac:spMkLst>
            <pc:docMk/>
            <pc:sldMk cId="1549970416" sldId="259"/>
            <ac:spMk id="3" creationId="{539AB598-5650-4E46-905A-9096F4C50C3B}"/>
          </ac:spMkLst>
        </pc:spChg>
        <pc:picChg chg="mod">
          <ac:chgData name="Harish Jain" userId="830b26ebf093da50" providerId="LiveId" clId="{8DC1E187-E42A-4D57-BC2F-E1F33D2FFACD}" dt="2026-09-28T05:51:28.257" v="29" actId="1076"/>
          <ac:picMkLst>
            <pc:docMk/>
            <pc:sldMk cId="1549970416" sldId="259"/>
            <ac:picMk id="4" creationId="{00000000-0000-0000-0000-000000000000}"/>
          </ac:picMkLst>
        </pc:picChg>
      </pc:sldChg>
      <pc:sldChg chg="modSp mod">
        <pc:chgData name="Harish Jain" userId="830b26ebf093da50" providerId="LiveId" clId="{8DC1E187-E42A-4D57-BC2F-E1F33D2FFACD}" dt="2026-09-28T05:55:36.866" v="50" actId="2711"/>
        <pc:sldMkLst>
          <pc:docMk/>
          <pc:sldMk cId="2579789072" sldId="260"/>
        </pc:sldMkLst>
        <pc:spChg chg="mod">
          <ac:chgData name="Harish Jain" userId="830b26ebf093da50" providerId="LiveId" clId="{8DC1E187-E42A-4D57-BC2F-E1F33D2FFACD}" dt="2026-09-28T05:55:36.866" v="50" actId="2711"/>
          <ac:spMkLst>
            <pc:docMk/>
            <pc:sldMk cId="2579789072" sldId="260"/>
            <ac:spMk id="2" creationId="{51353DB3-FB86-4452-A4FB-E7F4BEA62856}"/>
          </ac:spMkLst>
        </pc:spChg>
        <pc:spChg chg="mod">
          <ac:chgData name="Harish Jain" userId="830b26ebf093da50" providerId="LiveId" clId="{8DC1E187-E42A-4D57-BC2F-E1F33D2FFACD}" dt="2026-09-28T05:49:31.477" v="7" actId="1076"/>
          <ac:spMkLst>
            <pc:docMk/>
            <pc:sldMk cId="2579789072" sldId="260"/>
            <ac:spMk id="3" creationId="{539AB598-5650-4E46-905A-9096F4C50C3B}"/>
          </ac:spMkLst>
        </pc:spChg>
        <pc:picChg chg="mod">
          <ac:chgData name="Harish Jain" userId="830b26ebf093da50" providerId="LiveId" clId="{8DC1E187-E42A-4D57-BC2F-E1F33D2FFACD}" dt="2026-09-28T05:50:14.701" v="15" actId="1076"/>
          <ac:picMkLst>
            <pc:docMk/>
            <pc:sldMk cId="2579789072" sldId="260"/>
            <ac:picMk id="4" creationId="{00000000-0000-0000-0000-000000000000}"/>
          </ac:picMkLst>
        </pc:picChg>
      </pc:sldChg>
      <pc:sldChg chg="modSp mod">
        <pc:chgData name="Harish Jain" userId="830b26ebf093da50" providerId="LiveId" clId="{8DC1E187-E42A-4D57-BC2F-E1F33D2FFACD}" dt="2026-09-28T05:55:43.066" v="51" actId="2711"/>
        <pc:sldMkLst>
          <pc:docMk/>
          <pc:sldMk cId="117824493" sldId="261"/>
        </pc:sldMkLst>
        <pc:spChg chg="mod">
          <ac:chgData name="Harish Jain" userId="830b26ebf093da50" providerId="LiveId" clId="{8DC1E187-E42A-4D57-BC2F-E1F33D2FFACD}" dt="2026-09-28T05:55:43.066" v="51" actId="2711"/>
          <ac:spMkLst>
            <pc:docMk/>
            <pc:sldMk cId="117824493" sldId="261"/>
            <ac:spMk id="2" creationId="{51353DB3-FB86-4452-A4FB-E7F4BEA62856}"/>
          </ac:spMkLst>
        </pc:spChg>
        <pc:spChg chg="mod">
          <ac:chgData name="Harish Jain" userId="830b26ebf093da50" providerId="LiveId" clId="{8DC1E187-E42A-4D57-BC2F-E1F33D2FFACD}" dt="2026-09-28T05:52:19.018" v="40" actId="20577"/>
          <ac:spMkLst>
            <pc:docMk/>
            <pc:sldMk cId="117824493" sldId="261"/>
            <ac:spMk id="3" creationId="{539AB598-5650-4E46-905A-9096F4C50C3B}"/>
          </ac:spMkLst>
        </pc:spChg>
        <pc:picChg chg="mod">
          <ac:chgData name="Harish Jain" userId="830b26ebf093da50" providerId="LiveId" clId="{8DC1E187-E42A-4D57-BC2F-E1F33D2FFACD}" dt="2026-09-28T05:52:17.449" v="39" actId="1076"/>
          <ac:picMkLst>
            <pc:docMk/>
            <pc:sldMk cId="117824493" sldId="261"/>
            <ac:picMk id="4" creationId="{00000000-0000-0000-0000-000000000000}"/>
          </ac:picMkLst>
        </pc:picChg>
      </pc:sldChg>
      <pc:sldChg chg="modSp mod">
        <pc:chgData name="Harish Jain" userId="830b26ebf093da50" providerId="LiveId" clId="{8DC1E187-E42A-4D57-BC2F-E1F33D2FFACD}" dt="2026-09-28T05:55:49.657" v="52" actId="2711"/>
        <pc:sldMkLst>
          <pc:docMk/>
          <pc:sldMk cId="3724828803" sldId="262"/>
        </pc:sldMkLst>
        <pc:spChg chg="mod">
          <ac:chgData name="Harish Jain" userId="830b26ebf093da50" providerId="LiveId" clId="{8DC1E187-E42A-4D57-BC2F-E1F33D2FFACD}" dt="2026-09-28T05:55:49.657" v="52" actId="2711"/>
          <ac:spMkLst>
            <pc:docMk/>
            <pc:sldMk cId="3724828803" sldId="262"/>
            <ac:spMk id="2" creationId="{51353DB3-FB86-4452-A4FB-E7F4BEA62856}"/>
          </ac:spMkLst>
        </pc:spChg>
        <pc:spChg chg="mod">
          <ac:chgData name="Harish Jain" userId="830b26ebf093da50" providerId="LiveId" clId="{8DC1E187-E42A-4D57-BC2F-E1F33D2FFACD}" dt="2026-09-28T05:52:44.123" v="45" actId="255"/>
          <ac:spMkLst>
            <pc:docMk/>
            <pc:sldMk cId="3724828803" sldId="262"/>
            <ac:spMk id="3" creationId="{539AB598-5650-4E46-905A-9096F4C50C3B}"/>
          </ac:spMkLst>
        </pc:spChg>
        <pc:picChg chg="mod">
          <ac:chgData name="Harish Jain" userId="830b26ebf093da50" providerId="LiveId" clId="{8DC1E187-E42A-4D57-BC2F-E1F33D2FFACD}" dt="2026-09-28T05:52:49.046" v="46" actId="1076"/>
          <ac:picMkLst>
            <pc:docMk/>
            <pc:sldMk cId="3724828803" sldId="262"/>
            <ac:picMk id="4" creationId="{00000000-0000-0000-0000-000000000000}"/>
          </ac:picMkLst>
        </pc:picChg>
      </pc:sldChg>
      <pc:sldChg chg="modSp mod">
        <pc:chgData name="Harish Jain" userId="830b26ebf093da50" providerId="LiveId" clId="{8DC1E187-E42A-4D57-BC2F-E1F33D2FFACD}" dt="2026-09-28T05:56:16.363" v="62" actId="20577"/>
        <pc:sldMkLst>
          <pc:docMk/>
          <pc:sldMk cId="3668119090" sldId="263"/>
        </pc:sldMkLst>
        <pc:spChg chg="mod">
          <ac:chgData name="Harish Jain" userId="830b26ebf093da50" providerId="LiveId" clId="{8DC1E187-E42A-4D57-BC2F-E1F33D2FFACD}" dt="2026-09-28T05:56:01.939" v="55" actId="122"/>
          <ac:spMkLst>
            <pc:docMk/>
            <pc:sldMk cId="3668119090" sldId="263"/>
            <ac:spMk id="2" creationId="{51353DB3-FB86-4452-A4FB-E7F4BEA62856}"/>
          </ac:spMkLst>
        </pc:spChg>
        <pc:spChg chg="mod">
          <ac:chgData name="Harish Jain" userId="830b26ebf093da50" providerId="LiveId" clId="{8DC1E187-E42A-4D57-BC2F-E1F33D2FFACD}" dt="2026-09-28T05:56:16.363" v="62" actId="20577"/>
          <ac:spMkLst>
            <pc:docMk/>
            <pc:sldMk cId="3668119090" sldId="263"/>
            <ac:spMk id="3" creationId="{539AB598-5650-4E46-905A-9096F4C50C3B}"/>
          </ac:spMkLst>
        </pc:spChg>
      </pc:sldChg>
      <pc:sldChg chg="modSp mod">
        <pc:chgData name="Harish Jain" userId="830b26ebf093da50" providerId="LiveId" clId="{8DC1E187-E42A-4D57-BC2F-E1F33D2FFACD}" dt="2026-09-28T05:56:43.570" v="67" actId="1076"/>
        <pc:sldMkLst>
          <pc:docMk/>
          <pc:sldMk cId="1993237029" sldId="264"/>
        </pc:sldMkLst>
        <pc:spChg chg="mod">
          <ac:chgData name="Harish Jain" userId="830b26ebf093da50" providerId="LiveId" clId="{8DC1E187-E42A-4D57-BC2F-E1F33D2FFACD}" dt="2026-09-28T05:56:29.827" v="65" actId="122"/>
          <ac:spMkLst>
            <pc:docMk/>
            <pc:sldMk cId="1993237029" sldId="264"/>
            <ac:spMk id="2" creationId="{51353DB3-FB86-4452-A4FB-E7F4BEA62856}"/>
          </ac:spMkLst>
        </pc:spChg>
        <pc:spChg chg="mod">
          <ac:chgData name="Harish Jain" userId="830b26ebf093da50" providerId="LiveId" clId="{8DC1E187-E42A-4D57-BC2F-E1F33D2FFACD}" dt="2026-09-28T05:56:34.158" v="66" actId="255"/>
          <ac:spMkLst>
            <pc:docMk/>
            <pc:sldMk cId="1993237029" sldId="264"/>
            <ac:spMk id="3" creationId="{539AB598-5650-4E46-905A-9096F4C50C3B}"/>
          </ac:spMkLst>
        </pc:spChg>
        <pc:picChg chg="mod">
          <ac:chgData name="Harish Jain" userId="830b26ebf093da50" providerId="LiveId" clId="{8DC1E187-E42A-4D57-BC2F-E1F33D2FFACD}" dt="2026-09-28T05:56:43.570" v="67" actId="1076"/>
          <ac:picMkLst>
            <pc:docMk/>
            <pc:sldMk cId="1993237029" sldId="264"/>
            <ac:picMk id="4" creationId="{00000000-0000-0000-0000-000000000000}"/>
          </ac:picMkLst>
        </pc:picChg>
      </pc:sldChg>
      <pc:sldChg chg="modSp mod">
        <pc:chgData name="Harish Jain" userId="830b26ebf093da50" providerId="LiveId" clId="{8DC1E187-E42A-4D57-BC2F-E1F33D2FFACD}" dt="2026-09-28T05:57:44.726" v="81" actId="1076"/>
        <pc:sldMkLst>
          <pc:docMk/>
          <pc:sldMk cId="3985914682" sldId="265"/>
        </pc:sldMkLst>
        <pc:spChg chg="mod">
          <ac:chgData name="Harish Jain" userId="830b26ebf093da50" providerId="LiveId" clId="{8DC1E187-E42A-4D57-BC2F-E1F33D2FFACD}" dt="2026-09-28T05:57:37.108" v="80" actId="1076"/>
          <ac:spMkLst>
            <pc:docMk/>
            <pc:sldMk cId="3985914682" sldId="265"/>
            <ac:spMk id="2" creationId="{51353DB3-FB86-4452-A4FB-E7F4BEA62856}"/>
          </ac:spMkLst>
        </pc:spChg>
        <pc:spChg chg="mod">
          <ac:chgData name="Harish Jain" userId="830b26ebf093da50" providerId="LiveId" clId="{8DC1E187-E42A-4D57-BC2F-E1F33D2FFACD}" dt="2026-09-28T05:57:44.726" v="81" actId="1076"/>
          <ac:spMkLst>
            <pc:docMk/>
            <pc:sldMk cId="3985914682" sldId="265"/>
            <ac:spMk id="3" creationId="{539AB598-5650-4E46-905A-9096F4C50C3B}"/>
          </ac:spMkLst>
        </pc:spChg>
      </pc:sldChg>
      <pc:sldChg chg="modSp mod">
        <pc:chgData name="Harish Jain" userId="830b26ebf093da50" providerId="LiveId" clId="{8DC1E187-E42A-4D57-BC2F-E1F33D2FFACD}" dt="2026-09-28T05:58:45.464" v="108" actId="123"/>
        <pc:sldMkLst>
          <pc:docMk/>
          <pc:sldMk cId="2095517687" sldId="266"/>
        </pc:sldMkLst>
        <pc:spChg chg="mod">
          <ac:chgData name="Harish Jain" userId="830b26ebf093da50" providerId="LiveId" clId="{8DC1E187-E42A-4D57-BC2F-E1F33D2FFACD}" dt="2026-09-28T05:58:19.942" v="87" actId="1076"/>
          <ac:spMkLst>
            <pc:docMk/>
            <pc:sldMk cId="2095517687" sldId="266"/>
            <ac:spMk id="2" creationId="{51353DB3-FB86-4452-A4FB-E7F4BEA62856}"/>
          </ac:spMkLst>
        </pc:spChg>
        <pc:spChg chg="mod">
          <ac:chgData name="Harish Jain" userId="830b26ebf093da50" providerId="LiveId" clId="{8DC1E187-E42A-4D57-BC2F-E1F33D2FFACD}" dt="2026-09-28T05:58:45.464" v="108" actId="123"/>
          <ac:spMkLst>
            <pc:docMk/>
            <pc:sldMk cId="2095517687" sldId="266"/>
            <ac:spMk id="3" creationId="{539AB598-5650-4E46-905A-9096F4C50C3B}"/>
          </ac:spMkLst>
        </pc:spChg>
      </pc:sldChg>
      <pc:sldChg chg="modSp mod">
        <pc:chgData name="Harish Jain" userId="830b26ebf093da50" providerId="LiveId" clId="{8DC1E187-E42A-4D57-BC2F-E1F33D2FFACD}" dt="2026-09-28T05:59:23.929" v="115" actId="123"/>
        <pc:sldMkLst>
          <pc:docMk/>
          <pc:sldMk cId="180699301" sldId="271"/>
        </pc:sldMkLst>
        <pc:spChg chg="mod">
          <ac:chgData name="Harish Jain" userId="830b26ebf093da50" providerId="LiveId" clId="{8DC1E187-E42A-4D57-BC2F-E1F33D2FFACD}" dt="2026-09-28T05:59:09.613" v="113" actId="255"/>
          <ac:spMkLst>
            <pc:docMk/>
            <pc:sldMk cId="180699301" sldId="271"/>
            <ac:spMk id="2" creationId="{2F04E28A-8ABF-4E15-B9E1-B0F49C0EE29F}"/>
          </ac:spMkLst>
        </pc:spChg>
        <pc:spChg chg="mod">
          <ac:chgData name="Harish Jain" userId="830b26ebf093da50" providerId="LiveId" clId="{8DC1E187-E42A-4D57-BC2F-E1F33D2FFACD}" dt="2026-09-28T05:59:23.929" v="115" actId="123"/>
          <ac:spMkLst>
            <pc:docMk/>
            <pc:sldMk cId="180699301" sldId="271"/>
            <ac:spMk id="3" creationId="{DAB3E6F6-9D00-4480-90E6-EC3C876F262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CE9A8C-3F50-49F8-A835-316C22A1110D}" type="datetimeFigureOut">
              <a:rPr lang="en-IN" smtClean="0"/>
              <a:t>30-09-2026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3343F9-2D09-4642-A3BD-5BF627A067F3}" type="slidenum">
              <a:rPr lang="en-IN" smtClean="0"/>
              <a:t>‹#›</a:t>
            </a:fld>
            <a:endParaRPr lang="en-IN"/>
          </a:p>
        </p:txBody>
      </p:sp>
    </p:spTree>
    <p:extLst>
      <p:ext uri="{BB962C8B-B14F-4D97-AF65-F5344CB8AC3E}">
        <p14:creationId xmlns:p14="http://schemas.microsoft.com/office/powerpoint/2010/main" val="5691631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for the 3rd edition of the PRISM Generative AI Hackathon. Replace the SAMSUNG PRISM pill with the official PRISM logo image if you have the asset. Confirm the academic year label (2026-27) before circulating.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Add the Google Form URL and a contact email before sharing. Edition 2 organising team for reference: Language AI - Sourabh Tiwari, Gaurav, Sanjeeth Pothireddy, Gorang Maniar; PRISM - Binny Lakra, Prakhar Chandrakar, Vishu Kumar; Kick-off and mentors - Giridhar Jakki, Deepraj Prabhakar Patkar (Language AI), Srimanu Prasad Nagaraju, Ashish Kumar (Tech Strategy).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CFE64-7CE6-4299-B8FE-939866A3EB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9E4360C-492F-4E2E-B967-599B2BD31D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6870CDB-78C3-4602-B35C-A826CBF20916}"/>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F585EF81-E96A-4C8D-A4F0-A9DF05C49C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FA2448-68BE-42AE-8001-48ECE62DC431}"/>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5512066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C5E08-CE8A-45BE-8C3E-C04A49CC8A6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5FCCB0C-95AB-4F7A-955D-2DC18750BF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E96DA85-2FDE-4136-B9F6-AF0965475E5A}"/>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299B0367-ACE7-48B9-82C8-A7BFD1F98E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09A210-6017-4F71-9E78-B2C329B4A7E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58124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AE6C5-6752-4963-B842-280808B201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FEA6DFC-697D-4605-86C0-8572E022BEC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341469-A18C-498E-BACC-28BCBFE904BB}"/>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FAED5D3B-1983-426F-A1AE-7470C43BB0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35ABB1-45F2-4FEA-BB5A-3B053892DBC7}"/>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0265301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3F4AE-F142-401B-A5D1-4A52FF92CA0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C7C9BD1-2876-4C52-83CF-1CBA9D931B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CE624D8-76A7-478F-ACA3-5749DEFD0E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F29A939-0957-4E96-B38D-0B2E39D4137F}"/>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6" name="Footer Placeholder 5">
            <a:extLst>
              <a:ext uri="{FF2B5EF4-FFF2-40B4-BE49-F238E27FC236}">
                <a16:creationId xmlns:a16="http://schemas.microsoft.com/office/drawing/2014/main" id="{C89D44E1-B8BA-490F-B30A-538CC4D48F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184BB79-7CA5-414E-B5B6-6A8E9AEE4A94}"/>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74354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86CE8-8BA4-4FB1-ACAA-E38F8ED7F74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2570902-F321-482A-924A-FF9A87CA5D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5B6F67-E437-4FE8-851B-B016F33CFE9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7CE7897-2D17-49F8-8762-68F8D5794F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3AE8E8-43BB-400D-8934-6D6B21D3A58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FDB6608-03F3-45EF-80BD-C6E305C07128}"/>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8" name="Footer Placeholder 7">
            <a:extLst>
              <a:ext uri="{FF2B5EF4-FFF2-40B4-BE49-F238E27FC236}">
                <a16:creationId xmlns:a16="http://schemas.microsoft.com/office/drawing/2014/main" id="{E665D75D-3AD4-4D0E-A5BC-9000973FD8E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706A546-DC61-467F-A112-3AC0277BB9A8}"/>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71669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C8549-E392-4F05-B762-B5370E51C92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1059880-A67D-4A24-9138-E937AE75075F}"/>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4" name="Footer Placeholder 3">
            <a:extLst>
              <a:ext uri="{FF2B5EF4-FFF2-40B4-BE49-F238E27FC236}">
                <a16:creationId xmlns:a16="http://schemas.microsoft.com/office/drawing/2014/main" id="{01BF6EC7-BFAB-4137-9343-C66B7829AB5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FA6B929-B579-4261-8171-35357AE9A33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337294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BAFEDF-BA35-4A7C-9388-604C048D57D0}"/>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3" name="Footer Placeholder 2">
            <a:extLst>
              <a:ext uri="{FF2B5EF4-FFF2-40B4-BE49-F238E27FC236}">
                <a16:creationId xmlns:a16="http://schemas.microsoft.com/office/drawing/2014/main" id="{11C80271-5700-43CC-A9BA-B2AAB47B214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EA712EA-BE6D-4AE5-B09E-215DE5B0EE9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759072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A6235-A416-4C23-BE8E-8FC1CF0EC1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4A2C36B-7DDF-4371-9F0A-6E5B64554F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13FA19A-E15E-47EA-B9B9-5F7FD0AA0B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E84724-CA93-4332-A03F-0909AC5249AD}"/>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6" name="Footer Placeholder 5">
            <a:extLst>
              <a:ext uri="{FF2B5EF4-FFF2-40B4-BE49-F238E27FC236}">
                <a16:creationId xmlns:a16="http://schemas.microsoft.com/office/drawing/2014/main" id="{E403302F-D853-499A-BB91-3BD5366E677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4AD427-BF9D-4A47-AF08-E4983B90C65A}"/>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4041188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1B540-7747-44F5-A3A4-69F051F363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A4392B5-0943-4B18-9708-C9FA86F835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47DFA04-BB4C-4DC0-9831-EB32549F5E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01BDBD-01E1-44D7-AB93-513FF196A2C4}"/>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6" name="Footer Placeholder 5">
            <a:extLst>
              <a:ext uri="{FF2B5EF4-FFF2-40B4-BE49-F238E27FC236}">
                <a16:creationId xmlns:a16="http://schemas.microsoft.com/office/drawing/2014/main" id="{D87D7BDB-9CCD-44F3-A4FB-D4BAE589BE3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ABC8D8A-A70C-4D57-8271-DCF5EEFC33AE}"/>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12236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A63EB-C66D-4D2D-9928-25D57CFDCDD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D91A17B-5319-4265-82A2-5D286CFAFD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972F85-7902-4426-947E-3509F7A06CB1}"/>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FD08658F-7DA3-40F3-B6FA-CF740F858E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6B0DE9-130B-4DA8-9A0C-06A295C9D82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4819505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54594E2-CBC8-4A0C-A110-E3B5A301CF6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CFBD2EA-CB7C-4CAB-855D-57F79191044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2348B0-3CBB-41FA-A8EC-5DFC833D7ECD}"/>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1A7E08DA-D399-4DC8-89B1-C4EBC64DC9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DA6177-D647-4C5F-BA43-C02A1390F47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8146870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634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E67A62-7E64-4BE9-8EDF-4904E871A0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CA73B9-1A82-4479-978C-9C873CC677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9977FC6-3D78-48A7-A3DB-BFC7C0EA3E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27CDC877-1137-446E-919A-C66E313317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A258D39-C9B6-4DA9-9C05-38A0ECD4CE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5B04A4-2082-4D7E-8466-9BA22C990A78}" type="slidenum">
              <a:rPr lang="en-IN" smtClean="0"/>
              <a:t>‹#›</a:t>
            </a:fld>
            <a:endParaRPr lang="en-IN"/>
          </a:p>
        </p:txBody>
      </p:sp>
    </p:spTree>
    <p:extLst>
      <p:ext uri="{BB962C8B-B14F-4D97-AF65-F5344CB8AC3E}">
        <p14:creationId xmlns:p14="http://schemas.microsoft.com/office/powerpoint/2010/main" val="32791782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77240" y="676656"/>
            <a:ext cx="2423160" cy="347472"/>
          </a:xfrm>
          <a:prstGeom prst="roundRect">
            <a:avLst>
              <a:gd name="adj" fmla="val 50000"/>
            </a:avLst>
          </a:prstGeom>
          <a:solidFill>
            <a:srgbClr val="FFFFFF"/>
          </a:solidFill>
          <a:ln w="12700">
            <a:solidFill>
              <a:srgbClr val="D9D3F0"/>
            </a:solidFill>
            <a:prstDash val="solid"/>
          </a:ln>
        </p:spPr>
        <p:txBody>
          <a:bodyPr/>
          <a:lstStyle/>
          <a:p>
            <a:endParaRPr/>
          </a:p>
        </p:txBody>
      </p:sp>
      <p:sp>
        <p:nvSpPr>
          <p:cNvPr id="3" name="Text 1"/>
          <p:cNvSpPr txBox="1"/>
          <p:nvPr/>
        </p:nvSpPr>
        <p:spPr>
          <a:xfrm>
            <a:off x="777240" y="676656"/>
            <a:ext cx="2423160" cy="347472"/>
          </a:xfrm>
          <a:prstGeom prst="rect">
            <a:avLst/>
          </a:prstGeom>
          <a:noFill/>
          <a:ln/>
        </p:spPr>
        <p:txBody>
          <a:bodyPr wrap="square" lIns="0" tIns="0" rIns="0" bIns="0" rtlCol="0" anchor="ctr"/>
          <a:lstStyle/>
          <a:p>
            <a:pPr marL="0" indent="0" algn="ctr">
              <a:buNone/>
            </a:pPr>
            <a:r>
              <a:rPr lang="en-US" sz="1100" b="1" kern="0" spc="110" dirty="0">
                <a:solidFill>
                  <a:srgbClr val="6D28D9"/>
                </a:solidFill>
                <a:latin typeface="Arial" pitchFamily="34" charset="0"/>
                <a:ea typeface="Arial" pitchFamily="34" charset="-122"/>
                <a:cs typeface="Arial" pitchFamily="34" charset="-120"/>
              </a:rPr>
              <a:t>SAMSUNG PRISM</a:t>
            </a:r>
            <a:endParaRPr lang="en-US" sz="1100" dirty="0"/>
          </a:p>
        </p:txBody>
      </p:sp>
      <p:sp>
        <p:nvSpPr>
          <p:cNvPr id="4" name="Text 2"/>
          <p:cNvSpPr txBox="1"/>
          <p:nvPr/>
        </p:nvSpPr>
        <p:spPr>
          <a:xfrm>
            <a:off x="777240" y="1207008"/>
            <a:ext cx="6126480" cy="749808"/>
          </a:xfrm>
          <a:prstGeom prst="rect">
            <a:avLst/>
          </a:prstGeom>
          <a:noFill/>
          <a:ln/>
        </p:spPr>
        <p:txBody>
          <a:bodyPr wrap="square" lIns="0" tIns="0" rIns="0" bIns="0" rtlCol="0" anchor="ctr"/>
          <a:lstStyle/>
          <a:p>
            <a:pPr marL="0" indent="0">
              <a:buNone/>
            </a:pPr>
            <a:r>
              <a:rPr lang="en-US" sz="5000" b="1" dirty="0">
                <a:solidFill>
                  <a:srgbClr val="14142B"/>
                </a:solidFill>
                <a:latin typeface="Arial" pitchFamily="34" charset="0"/>
                <a:ea typeface="Arial" pitchFamily="34" charset="-122"/>
                <a:cs typeface="Arial" pitchFamily="34" charset="-120"/>
              </a:rPr>
              <a:t>Generative AI</a:t>
            </a:r>
            <a:endParaRPr lang="en-US" sz="5000" dirty="0"/>
          </a:p>
        </p:txBody>
      </p:sp>
      <p:sp>
        <p:nvSpPr>
          <p:cNvPr id="5" name="Text 3"/>
          <p:cNvSpPr txBox="1"/>
          <p:nvPr/>
        </p:nvSpPr>
        <p:spPr>
          <a:xfrm>
            <a:off x="777240" y="1901952"/>
            <a:ext cx="6126480" cy="749808"/>
          </a:xfrm>
          <a:prstGeom prst="rect">
            <a:avLst/>
          </a:prstGeom>
          <a:noFill/>
          <a:ln/>
        </p:spPr>
        <p:txBody>
          <a:bodyPr wrap="square" lIns="0" tIns="0" rIns="0" bIns="0" rtlCol="0" anchor="ctr"/>
          <a:lstStyle/>
          <a:p>
            <a:pPr marL="0" indent="0">
              <a:buNone/>
            </a:pPr>
            <a:r>
              <a:rPr lang="en-US" sz="5000" b="1" dirty="0">
                <a:solidFill>
                  <a:srgbClr val="6D28D9"/>
                </a:solidFill>
                <a:latin typeface="Arial" pitchFamily="34" charset="0"/>
                <a:ea typeface="Arial" pitchFamily="34" charset="-122"/>
                <a:cs typeface="Arial" pitchFamily="34" charset="-120"/>
              </a:rPr>
              <a:t>Hackathon</a:t>
            </a:r>
            <a:endParaRPr lang="en-US" sz="5000" dirty="0"/>
          </a:p>
        </p:txBody>
      </p:sp>
      <p:sp>
        <p:nvSpPr>
          <p:cNvPr id="6" name="Text 4"/>
          <p:cNvSpPr txBox="1"/>
          <p:nvPr/>
        </p:nvSpPr>
        <p:spPr>
          <a:xfrm>
            <a:off x="777240" y="2724912"/>
            <a:ext cx="6126480" cy="457200"/>
          </a:xfrm>
          <a:prstGeom prst="rect">
            <a:avLst/>
          </a:prstGeom>
          <a:noFill/>
          <a:ln/>
        </p:spPr>
        <p:txBody>
          <a:bodyPr wrap="square" lIns="0" tIns="0" rIns="0" bIns="0" rtlCol="0" anchor="ctr"/>
          <a:lstStyle/>
          <a:p>
            <a:pPr marL="0" indent="0">
              <a:buNone/>
            </a:pPr>
            <a:r>
              <a:rPr lang="en-US" sz="2500" b="1" dirty="0">
                <a:solidFill>
                  <a:srgbClr val="14142B"/>
                </a:solidFill>
                <a:latin typeface="Arial" pitchFamily="34" charset="0"/>
                <a:ea typeface="Arial" pitchFamily="34" charset="-122"/>
                <a:cs typeface="Arial" pitchFamily="34" charset="-120"/>
              </a:rPr>
              <a:t>3rd Edition</a:t>
            </a:r>
            <a:r>
              <a:rPr lang="en-US" sz="2000" dirty="0">
                <a:solidFill>
                  <a:srgbClr val="63637E"/>
                </a:solidFill>
                <a:latin typeface="Calibri" pitchFamily="34" charset="0"/>
                <a:ea typeface="Calibri" pitchFamily="34" charset="-122"/>
                <a:cs typeface="Calibri" pitchFamily="34" charset="-120"/>
              </a:rPr>
              <a:t>   2026 – 27</a:t>
            </a:r>
            <a:endParaRPr lang="en-US" sz="2500" dirty="0"/>
          </a:p>
        </p:txBody>
      </p:sp>
      <p:sp>
        <p:nvSpPr>
          <p:cNvPr id="7" name="Text 5"/>
          <p:cNvSpPr txBox="1"/>
          <p:nvPr/>
        </p:nvSpPr>
        <p:spPr>
          <a:xfrm>
            <a:off x="777240" y="3429001"/>
            <a:ext cx="5852160" cy="777240"/>
          </a:xfrm>
          <a:prstGeom prst="rect">
            <a:avLst/>
          </a:prstGeom>
          <a:noFill/>
          <a:ln/>
        </p:spPr>
        <p:txBody>
          <a:bodyPr wrap="square" lIns="0" tIns="0" rIns="0" bIns="0" rtlCol="0" anchor="t"/>
          <a:lstStyle/>
          <a:p>
            <a:pPr marL="177800" indent="-177800">
              <a:spcAft>
                <a:spcPts val="400"/>
              </a:spcAft>
              <a:buSzPct val="100000"/>
              <a:buChar char="•"/>
            </a:pPr>
            <a:r>
              <a:rPr sz="1200" b="1" dirty="0">
                <a:solidFill>
                  <a:srgbClr val="1428A0"/>
                </a:solidFill>
              </a:rPr>
              <a:t>Theme ID - </a:t>
            </a:r>
            <a:r>
              <a:rPr sz="1200" dirty="0">
                <a:solidFill>
                  <a:srgbClr val="333333"/>
                </a:solidFill>
              </a:rPr>
              <a:t>03 : Teachable Voice Automation</a:t>
            </a:r>
          </a:p>
          <a:p>
            <a:pPr>
              <a:spcAft>
                <a:spcPts val="400"/>
              </a:spcAft>
            </a:pPr>
            <a:r>
              <a:rPr sz="1200" b="1" dirty="0">
                <a:solidFill>
                  <a:srgbClr val="1428A0"/>
                </a:solidFill>
              </a:rPr>
              <a:t>Team Name - </a:t>
            </a:r>
            <a:r>
              <a:rPr sz="1200" dirty="0">
                <a:solidFill>
                  <a:srgbClr val="333333"/>
                </a:solidFill>
              </a:rPr>
              <a:t>Cheesecake</a:t>
            </a:r>
          </a:p>
          <a:p>
            <a:pPr>
              <a:spcAft>
                <a:spcPts val="400"/>
              </a:spcAft>
            </a:pPr>
            <a:r>
              <a:rPr sz="1200" b="1" dirty="0">
                <a:solidFill>
                  <a:srgbClr val="1428A0"/>
                </a:solidFill>
              </a:rPr>
              <a:t>College Name - </a:t>
            </a:r>
            <a:r>
              <a:rPr sz="1200" dirty="0">
                <a:solidFill>
                  <a:srgbClr val="333333"/>
                </a:solidFill>
              </a:rPr>
              <a:t>SRM University, </a:t>
            </a:r>
            <a:r>
              <a:rPr sz="1200" dirty="0" err="1">
                <a:solidFill>
                  <a:srgbClr val="333333"/>
                </a:solidFill>
              </a:rPr>
              <a:t>Kattankulathur</a:t>
            </a:r>
            <a:endParaRPr sz="1200" dirty="0">
              <a:solidFill>
                <a:srgbClr val="333333"/>
              </a:solidFill>
            </a:endParaRPr>
          </a:p>
          <a:p>
            <a:pPr>
              <a:spcAft>
                <a:spcPts val="400"/>
              </a:spcAft>
            </a:pPr>
            <a:r>
              <a:rPr sz="1200" b="1" dirty="0">
                <a:solidFill>
                  <a:srgbClr val="1428A0"/>
                </a:solidFill>
              </a:rPr>
              <a:t>Member Name &amp; Email 1 - </a:t>
            </a:r>
            <a:r>
              <a:rPr lang="en-US" sz="1200" dirty="0">
                <a:solidFill>
                  <a:srgbClr val="333333"/>
                </a:solidFill>
              </a:rPr>
              <a:t>Sanjeev Aryan – sa8129@srmist.edu.in</a:t>
            </a:r>
            <a:endParaRPr sz="1200" dirty="0">
              <a:solidFill>
                <a:srgbClr val="333333"/>
              </a:solidFill>
            </a:endParaRPr>
          </a:p>
          <a:p>
            <a:pPr>
              <a:spcAft>
                <a:spcPts val="400"/>
              </a:spcAft>
            </a:pPr>
            <a:r>
              <a:rPr sz="1200" b="1" dirty="0">
                <a:solidFill>
                  <a:srgbClr val="1428A0"/>
                </a:solidFill>
              </a:rPr>
              <a:t>Member Name &amp; Email 2 </a:t>
            </a:r>
            <a:r>
              <a:rPr lang="en-IN" sz="1200" b="1" dirty="0">
                <a:solidFill>
                  <a:srgbClr val="1428A0"/>
                </a:solidFill>
              </a:rPr>
              <a:t>–</a:t>
            </a:r>
            <a:r>
              <a:rPr sz="1200" b="1" dirty="0">
                <a:solidFill>
                  <a:srgbClr val="1428A0"/>
                </a:solidFill>
              </a:rPr>
              <a:t> </a:t>
            </a:r>
            <a:r>
              <a:rPr lang="en-US" sz="1200" dirty="0"/>
              <a:t>Parth Jaina – pj2752@srmist.edu.in</a:t>
            </a:r>
            <a:endParaRPr sz="1200" dirty="0"/>
          </a:p>
          <a:p>
            <a:pPr>
              <a:spcAft>
                <a:spcPts val="400"/>
              </a:spcAft>
            </a:pPr>
            <a:r>
              <a:rPr sz="1200" b="1" dirty="0">
                <a:solidFill>
                  <a:srgbClr val="1428A0"/>
                </a:solidFill>
              </a:rPr>
              <a:t>Member Name &amp; Email 3 - </a:t>
            </a:r>
            <a:r>
              <a:rPr lang="en-US" sz="1200" dirty="0">
                <a:solidFill>
                  <a:srgbClr val="333333"/>
                </a:solidFill>
              </a:rPr>
              <a:t>Vardaan Sharma – vs7463@srmist.edu.in</a:t>
            </a:r>
            <a:endParaRPr sz="1200" dirty="0">
              <a:solidFill>
                <a:srgbClr val="333333"/>
              </a:solidFill>
            </a:endParaRPr>
          </a:p>
          <a:p>
            <a:pPr>
              <a:spcAft>
                <a:spcPts val="400"/>
              </a:spcAft>
            </a:pPr>
            <a:r>
              <a:rPr sz="1200" b="1" dirty="0">
                <a:solidFill>
                  <a:srgbClr val="1428A0"/>
                </a:solidFill>
              </a:rPr>
              <a:t>Member Name &amp; Email 4 - </a:t>
            </a:r>
            <a:r>
              <a:rPr lang="en-US" sz="1200" dirty="0">
                <a:solidFill>
                  <a:srgbClr val="333333"/>
                </a:solidFill>
              </a:rPr>
              <a:t>Shubh Garg – sg8735@srmist.edu.in</a:t>
            </a:r>
            <a:endParaRPr sz="1200" dirty="0">
              <a:solidFill>
                <a:srgbClr val="333333"/>
              </a:solidFill>
            </a:endParaRPr>
          </a:p>
          <a:p>
            <a:pPr>
              <a:spcAft>
                <a:spcPts val="400"/>
              </a:spcAft>
            </a:pPr>
            <a:r>
              <a:rPr sz="1200" b="1" dirty="0">
                <a:solidFill>
                  <a:srgbClr val="1428A0"/>
                </a:solidFill>
              </a:rPr>
              <a:t>Submission </a:t>
            </a:r>
            <a:r>
              <a:rPr sz="1200" b="1" dirty="0" err="1">
                <a:solidFill>
                  <a:srgbClr val="1428A0"/>
                </a:solidFill>
              </a:rPr>
              <a:t>Github</a:t>
            </a:r>
            <a:r>
              <a:rPr sz="1200" b="1" dirty="0">
                <a:solidFill>
                  <a:srgbClr val="1428A0"/>
                </a:solidFill>
              </a:rPr>
              <a:t> link - </a:t>
            </a:r>
            <a:r>
              <a:rPr lang="en-IN" sz="1200" b="1" dirty="0"/>
              <a:t>https://github.com/parthjaina2107/FlowPilot</a:t>
            </a:r>
            <a:endParaRPr sz="1200" dirty="0"/>
          </a:p>
        </p:txBody>
      </p:sp>
      <p:pic>
        <p:nvPicPr>
          <p:cNvPr id="14" name="Image 0" descr="hero_network.png"/>
          <p:cNvPicPr>
            <a:picLocks noChangeAspect="1"/>
          </p:cNvPicPr>
          <p:nvPr/>
        </p:nvPicPr>
        <p:blipFill>
          <a:blip r:embed="rId3"/>
          <a:stretch>
            <a:fillRect/>
          </a:stretch>
        </p:blipFill>
        <p:spPr>
          <a:xfrm>
            <a:off x="7059168" y="1051560"/>
            <a:ext cx="4572000" cy="4572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34651-7570-71BB-2C6B-2B366F39FDFC}"/>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2CA6C970-53E7-2927-F254-B20B6563568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8021"/>
            <a:ext cx="12191999" cy="6858000"/>
          </a:xfrm>
          <a:prstGeom prst="rect">
            <a:avLst/>
          </a:prstGeom>
        </p:spPr>
      </p:pic>
    </p:spTree>
    <p:extLst>
      <p:ext uri="{BB962C8B-B14F-4D97-AF65-F5344CB8AC3E}">
        <p14:creationId xmlns:p14="http://schemas.microsoft.com/office/powerpoint/2010/main" val="2423882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B432D73-5C38-474F-AF96-A3228731BF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0">
                <a:schemeClr val="tx1">
                  <a:lumMod val="95000"/>
                  <a:lumOff val="5000"/>
                </a:schemeClr>
              </a:gs>
              <a:gs pos="45000">
                <a:schemeClr val="tx1">
                  <a:lumMod val="95000"/>
                  <a:lumOff val="5000"/>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Content Placeholder 8">
            <a:extLst>
              <a:ext uri="{FF2B5EF4-FFF2-40B4-BE49-F238E27FC236}">
                <a16:creationId xmlns:a16="http://schemas.microsoft.com/office/drawing/2014/main" id="{A211885E-B01D-58B3-8AEE-C2521691FFB3}"/>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r="888" b="-1"/>
          <a:stretch>
            <a:fillRect/>
          </a:stretch>
        </p:blipFill>
        <p:spPr>
          <a:xfrm>
            <a:off x="20" y="10"/>
            <a:ext cx="12191980" cy="6857990"/>
          </a:xfrm>
          <a:prstGeom prst="rect">
            <a:avLst/>
          </a:prstGeom>
        </p:spPr>
      </p:pic>
    </p:spTree>
    <p:extLst>
      <p:ext uri="{BB962C8B-B14F-4D97-AF65-F5344CB8AC3E}">
        <p14:creationId xmlns:p14="http://schemas.microsoft.com/office/powerpoint/2010/main" val="9289329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3B432D73-5C38-474F-AF96-A3228731BF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0">
                <a:schemeClr val="tx1">
                  <a:lumMod val="95000"/>
                  <a:lumOff val="5000"/>
                </a:schemeClr>
              </a:gs>
              <a:gs pos="45000">
                <a:schemeClr val="tx1">
                  <a:lumMod val="95000"/>
                  <a:lumOff val="5000"/>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D7497890-2735-1D51-C1A7-3C3EA7EECBE8}"/>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b="10000"/>
          <a:stretch>
            <a:fillRect/>
          </a:stretch>
        </p:blipFill>
        <p:spPr>
          <a:xfrm>
            <a:off x="20" y="10"/>
            <a:ext cx="12191980" cy="6857990"/>
          </a:xfrm>
          <a:prstGeom prst="rect">
            <a:avLst/>
          </a:prstGeom>
        </p:spPr>
      </p:pic>
    </p:spTree>
    <p:extLst>
      <p:ext uri="{BB962C8B-B14F-4D97-AF65-F5344CB8AC3E}">
        <p14:creationId xmlns:p14="http://schemas.microsoft.com/office/powerpoint/2010/main" val="30231597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96CB6-78FE-BF7B-009F-2CECB9F6352C}"/>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68760FB8-28A8-750D-A290-C901982EE8B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0166978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B432D73-5C38-474F-AF96-A3228731BF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0">
                <a:schemeClr val="tx1">
                  <a:lumMod val="95000"/>
                  <a:lumOff val="5000"/>
                </a:schemeClr>
              </a:gs>
              <a:gs pos="45000">
                <a:schemeClr val="tx1">
                  <a:lumMod val="95000"/>
                  <a:lumOff val="5000"/>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E3AD9DEE-F112-872A-E773-E88C0B29756F}"/>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20" y="10"/>
            <a:ext cx="12191980" cy="6857990"/>
          </a:xfrm>
          <a:prstGeom prst="rect">
            <a:avLst/>
          </a:prstGeom>
        </p:spPr>
      </p:pic>
    </p:spTree>
    <p:extLst>
      <p:ext uri="{BB962C8B-B14F-4D97-AF65-F5344CB8AC3E}">
        <p14:creationId xmlns:p14="http://schemas.microsoft.com/office/powerpoint/2010/main" val="24062294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Content Placeholder 4">
            <a:extLst>
              <a:ext uri="{FF2B5EF4-FFF2-40B4-BE49-F238E27FC236}">
                <a16:creationId xmlns:a16="http://schemas.microsoft.com/office/drawing/2014/main" id="{919864BD-7F86-D0B4-2B54-7631B273847E}"/>
              </a:ext>
            </a:extLst>
          </p:cNvPr>
          <p:cNvPicPr>
            <a:picLocks noGrp="1" noChangeAspect="1"/>
          </p:cNvPicPr>
          <p:nvPr>
            <p:ph idx="1"/>
          </p:nvPr>
        </p:nvPicPr>
        <p:blipFill>
          <a:blip r:embed="rId2"/>
          <a:srcRect b="900"/>
          <a:stretch>
            <a:fillRect/>
          </a:stretch>
        </p:blipFill>
        <p:spPr>
          <a:xfrm>
            <a:off x="20" y="1282"/>
            <a:ext cx="12191980" cy="6856718"/>
          </a:xfrm>
          <a:prstGeom prst="rect">
            <a:avLst/>
          </a:prstGeom>
        </p:spPr>
      </p:pic>
    </p:spTree>
    <p:extLst>
      <p:ext uri="{BB962C8B-B14F-4D97-AF65-F5344CB8AC3E}">
        <p14:creationId xmlns:p14="http://schemas.microsoft.com/office/powerpoint/2010/main" val="25638229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Content Placeholder 4">
            <a:extLst>
              <a:ext uri="{FF2B5EF4-FFF2-40B4-BE49-F238E27FC236}">
                <a16:creationId xmlns:a16="http://schemas.microsoft.com/office/drawing/2014/main" id="{5537242E-1553-BCAC-1194-1813DA733B1A}"/>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2649" r="-1" b="-1"/>
          <a:stretch>
            <a:fillRect/>
          </a:stretch>
        </p:blipFill>
        <p:spPr>
          <a:xfrm>
            <a:off x="20" y="1282"/>
            <a:ext cx="12191980" cy="6856718"/>
          </a:xfrm>
          <a:prstGeom prst="rect">
            <a:avLst/>
          </a:prstGeom>
        </p:spPr>
      </p:pic>
    </p:spTree>
    <p:extLst>
      <p:ext uri="{BB962C8B-B14F-4D97-AF65-F5344CB8AC3E}">
        <p14:creationId xmlns:p14="http://schemas.microsoft.com/office/powerpoint/2010/main" val="704619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Content Placeholder 4">
            <a:extLst>
              <a:ext uri="{FF2B5EF4-FFF2-40B4-BE49-F238E27FC236}">
                <a16:creationId xmlns:a16="http://schemas.microsoft.com/office/drawing/2014/main" id="{1DCA55B6-D22B-5985-72C5-3370CBAA523B}"/>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426" r="-1" b="-1"/>
          <a:stretch>
            <a:fillRect/>
          </a:stretch>
        </p:blipFill>
        <p:spPr>
          <a:xfrm>
            <a:off x="20" y="1282"/>
            <a:ext cx="12191980" cy="6856718"/>
          </a:xfrm>
          <a:prstGeom prst="rect">
            <a:avLst/>
          </a:prstGeom>
        </p:spPr>
      </p:pic>
    </p:spTree>
    <p:extLst>
      <p:ext uri="{BB962C8B-B14F-4D97-AF65-F5344CB8AC3E}">
        <p14:creationId xmlns:p14="http://schemas.microsoft.com/office/powerpoint/2010/main" val="23195529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Content Placeholder 4">
            <a:extLst>
              <a:ext uri="{FF2B5EF4-FFF2-40B4-BE49-F238E27FC236}">
                <a16:creationId xmlns:a16="http://schemas.microsoft.com/office/drawing/2014/main" id="{169379B0-F6D7-EEC8-54EC-C52F497C5D3E}"/>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760"/>
          <a:stretch>
            <a:fillRect/>
          </a:stretch>
        </p:blipFill>
        <p:spPr>
          <a:xfrm>
            <a:off x="20" y="1282"/>
            <a:ext cx="12191980" cy="6856718"/>
          </a:xfrm>
          <a:prstGeom prst="rect">
            <a:avLst/>
          </a:prstGeom>
        </p:spPr>
      </p:pic>
    </p:spTree>
    <p:extLst>
      <p:ext uri="{BB962C8B-B14F-4D97-AF65-F5344CB8AC3E}">
        <p14:creationId xmlns:p14="http://schemas.microsoft.com/office/powerpoint/2010/main" val="29135764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4E28A-8ABF-4E15-B9E1-B0F49C0EE29F}"/>
              </a:ext>
            </a:extLst>
          </p:cNvPr>
          <p:cNvSpPr>
            <a:spLocks noGrp="1"/>
          </p:cNvSpPr>
          <p:nvPr>
            <p:ph type="title"/>
          </p:nvPr>
        </p:nvSpPr>
        <p:spPr/>
        <p:txBody>
          <a:bodyPr>
            <a:normAutofit/>
          </a:bodyPr>
          <a:lstStyle/>
          <a:p>
            <a:pPr algn="ctr"/>
            <a:r>
              <a:rPr sz="3600" b="1" dirty="0">
                <a:solidFill>
                  <a:srgbClr val="1428A0"/>
                </a:solidFill>
                <a:latin typeface="Times New Roman" panose="02020603050405020304" pitchFamily="18" charset="0"/>
                <a:cs typeface="Times New Roman" panose="02020603050405020304" pitchFamily="18" charset="0"/>
              </a:rPr>
              <a:t>Submission Checklist</a:t>
            </a:r>
          </a:p>
        </p:txBody>
      </p:sp>
      <p:sp>
        <p:nvSpPr>
          <p:cNvPr id="3" name="Content Placeholder 2">
            <a:extLst>
              <a:ext uri="{FF2B5EF4-FFF2-40B4-BE49-F238E27FC236}">
                <a16:creationId xmlns:a16="http://schemas.microsoft.com/office/drawing/2014/main" id="{DAB3E6F6-9D00-4480-90E6-EC3C876F2628}"/>
              </a:ext>
            </a:extLst>
          </p:cNvPr>
          <p:cNvSpPr>
            <a:spLocks noGrp="1"/>
          </p:cNvSpPr>
          <p:nvPr>
            <p:ph idx="1"/>
          </p:nvPr>
        </p:nvSpPr>
        <p:spPr/>
        <p:txBody>
          <a:bodyPr wrap="square">
            <a:normAutofit/>
          </a:bodyPr>
          <a:lstStyle/>
          <a:p>
            <a:pPr marL="177800" indent="-177800" algn="just">
              <a:spcAft>
                <a:spcPts val="500"/>
              </a:spcAft>
              <a:buSzPct val="100000"/>
              <a:buChar char="•"/>
            </a:pPr>
            <a:r>
              <a:rPr sz="2400" dirty="0">
                <a:solidFill>
                  <a:srgbClr val="333333"/>
                </a:solidFill>
              </a:rPr>
              <a:t>✅ Working prototype code — public GitHub repo (Y)</a:t>
            </a:r>
            <a:endParaRPr lang="en-US" sz="2400" dirty="0"/>
          </a:p>
          <a:p>
            <a:pPr algn="just">
              <a:spcAft>
                <a:spcPts val="500"/>
              </a:spcAft>
            </a:pPr>
            <a:r>
              <a:rPr sz="2400" dirty="0">
                <a:solidFill>
                  <a:srgbClr val="333333"/>
                </a:solidFill>
              </a:rPr>
              <a:t>✅ README with reproducible setup + Docker (Y)</a:t>
            </a:r>
          </a:p>
          <a:p>
            <a:pPr algn="just">
              <a:spcAft>
                <a:spcPts val="500"/>
              </a:spcAft>
            </a:pPr>
            <a:r>
              <a:t>✅ Demo video, max 5 minutes (Google Drive): https://drive.google.com/drive/folders/1Rt1xt2NEt5b5ghA3HExw9LYlbmGPr-cC?usp=sharing</a:t>
            </a:r>
          </a:p>
          <a:p>
            <a:pPr algn="just">
              <a:spcAft>
                <a:spcPts val="500"/>
              </a:spcAft>
            </a:pPr>
            <a:r>
              <a:rPr sz="2400" dirty="0">
                <a:solidFill>
                  <a:srgbClr val="333333"/>
                </a:solidFill>
              </a:rPr>
              <a:t>✅ Presentation file (PPT) (Y)</a:t>
            </a:r>
          </a:p>
          <a:p>
            <a:pPr algn="just">
              <a:spcAft>
                <a:spcPts val="500"/>
              </a:spcAft>
            </a:pPr>
            <a:r>
              <a:rPr sz="2400" b="1" dirty="0">
                <a:solidFill>
                  <a:srgbClr val="1428A0"/>
                </a:solidFill>
              </a:rPr>
              <a:t>✅ GitHub release tag: </a:t>
            </a:r>
            <a:r>
              <a:rPr sz="2400" dirty="0">
                <a:solidFill>
                  <a:srgbClr val="333333"/>
                </a:solidFill>
              </a:rPr>
              <a:t>PRISM_GENAI_HACKATHON_Y2026 (Y)</a:t>
            </a:r>
          </a:p>
          <a:p>
            <a:pPr algn="just">
              <a:spcAft>
                <a:spcPts val="500"/>
              </a:spcAft>
            </a:pPr>
            <a:r>
              <a:rPr sz="2400" dirty="0">
                <a:solidFill>
                  <a:srgbClr val="333333"/>
                </a:solidFill>
              </a:rPr>
              <a:t>✅ AI Disclosure Form submitted (Y)</a:t>
            </a:r>
          </a:p>
        </p:txBody>
      </p:sp>
    </p:spTree>
    <p:extLst>
      <p:ext uri="{BB962C8B-B14F-4D97-AF65-F5344CB8AC3E}">
        <p14:creationId xmlns:p14="http://schemas.microsoft.com/office/powerpoint/2010/main" val="180699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1046181" y="3730214"/>
            <a:ext cx="6766560" cy="868680"/>
          </a:xfrm>
          <a:prstGeom prst="rect">
            <a:avLst/>
          </a:prstGeom>
          <a:noFill/>
          <a:ln/>
        </p:spPr>
        <p:txBody>
          <a:bodyPr wrap="square" lIns="0" tIns="0" rIns="0" bIns="0" rtlCol="0" anchor="ctr"/>
          <a:lstStyle/>
          <a:p>
            <a:pPr marL="0" indent="0">
              <a:buNone/>
            </a:pPr>
            <a:r>
              <a:rPr lang="en-US" sz="4600" b="1" dirty="0">
                <a:solidFill>
                  <a:srgbClr val="14142B"/>
                </a:solidFill>
                <a:latin typeface="Arial" pitchFamily="34" charset="0"/>
                <a:ea typeface="Arial" pitchFamily="34" charset="-122"/>
                <a:cs typeface="Arial" pitchFamily="34" charset="-120"/>
              </a:rPr>
              <a:t>Thank you</a:t>
            </a:r>
            <a:endParaRPr lang="en-US" sz="4600" dirty="0"/>
          </a:p>
        </p:txBody>
      </p:sp>
      <p:sp>
        <p:nvSpPr>
          <p:cNvPr id="28" name="Text 25"/>
          <p:cNvSpPr txBox="1"/>
          <p:nvPr/>
        </p:nvSpPr>
        <p:spPr>
          <a:xfrm>
            <a:off x="777240" y="5897880"/>
            <a:ext cx="10607040" cy="292608"/>
          </a:xfrm>
          <a:prstGeom prst="rect">
            <a:avLst/>
          </a:prstGeom>
          <a:noFill/>
          <a:ln/>
        </p:spPr>
        <p:txBody>
          <a:bodyPr wrap="square" lIns="0" tIns="0" rIns="0" bIns="0" rtlCol="0" anchor="ctr"/>
          <a:lstStyle/>
          <a:p>
            <a:pPr marL="0" indent="0">
              <a:buNone/>
            </a:pPr>
            <a:r>
              <a:rPr lang="en-US" sz="1100" dirty="0">
                <a:solidFill>
                  <a:srgbClr val="63637E"/>
                </a:solidFill>
                <a:latin typeface="Calibri" pitchFamily="34" charset="0"/>
                <a:ea typeface="Calibri" pitchFamily="34" charset="-122"/>
                <a:cs typeface="Calibri" pitchFamily="34" charset="-120"/>
              </a:rPr>
              <a:t>Organised by the Language AI Team and the PRISM Team, Samsung R&amp;D Institute India</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770</TotalTime>
  <Words>307</Words>
  <Application>Microsoft Office PowerPoint</Application>
  <PresentationFormat>Widescreen</PresentationFormat>
  <Paragraphs>25</Paragraphs>
  <Slides>12</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Submission Checklist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Binny Lakra/PRISM /SRI-Bangalore/Professional/Samsung Electronics</dc:creator>
  <cp:lastModifiedBy>Shubh Garg</cp:lastModifiedBy>
  <cp:revision>7</cp:revision>
  <dcterms:created xsi:type="dcterms:W3CDTF">2026-09-07T12:01:01Z</dcterms:created>
  <dcterms:modified xsi:type="dcterms:W3CDTF">2026-09-30T13:13:08Z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